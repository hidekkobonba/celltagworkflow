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2A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6000" y="0"/>
            <a:ext cx="21600" cy="685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260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RHINOPLASTY COUNSELING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728000"/>
            <a:ext cx="10393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1">
                <a:solidFill>
                  <a:srgbClr val="2A2220"/>
                </a:solidFill>
              </a:rPr>
              <a:t>Nose &amp;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3456000"/>
            <a:ext cx="1800000" cy="216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3671999"/>
            <a:ext cx="1039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5840"/>
                </a:solidFill>
              </a:rPr>
              <a:t>鼻整形 カウンセリングガイド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4248000"/>
            <a:ext cx="103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あなたの理想のデザインを、一緒に選びましょう。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5220000"/>
            <a:ext cx="3600000" cy="1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5400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A060"/>
                </a:solidFill>
              </a:rPr>
              <a:t>羽根 和秀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594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468000"/>
            <a:ext cx="11113200" cy="1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8A060"/>
                </a:solidFill>
              </a:rPr>
              <a:t>DOCTOR'S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3200" y="180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48000"/>
            <a:ext cx="7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2A2220"/>
                </a:solidFill>
              </a:rPr>
              <a:t>羽根先生の強み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440000"/>
            <a:ext cx="55800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440000"/>
            <a:ext cx="125999" cy="237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1999" y="1548000"/>
            <a:ext cx="10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E8D0A0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999" y="2160000"/>
            <a:ext cx="51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060"/>
                </a:solidFill>
              </a:rPr>
              <a:t>クローズド法のスペシャリスト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999" y="2556000"/>
            <a:ext cx="514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外側に傷を残さないクローズド法を専門としています。高い技術力が必要な術式ですが、ダウンタイムが短く自然な仕上がりのため、現在最も需要の高い技術です。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8000" y="1440000"/>
            <a:ext cx="55800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8000" y="1440000"/>
            <a:ext cx="125999" cy="237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9999" y="1548000"/>
            <a:ext cx="10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E8D0A0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9999" y="2160000"/>
            <a:ext cx="51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060"/>
                </a:solidFill>
              </a:rPr>
              <a:t>顔全体のデザイン設計力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9999" y="2556000"/>
            <a:ext cx="514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鼻の形・高さ・向きだけでなく、顔全体のバランスを見た上でデザインを設計します。「整形した感」が出ない自然な仕上がりにこだわっています。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068000"/>
            <a:ext cx="55800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4068000"/>
            <a:ext cx="125999" cy="237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999" y="4176000"/>
            <a:ext cx="10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E8D0A0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999" y="4788000"/>
            <a:ext cx="51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060"/>
                </a:solidFill>
              </a:rPr>
              <a:t>正直なカウンセリング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99" y="5184000"/>
            <a:ext cx="514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「しないほうがいい」「今はまだ早い」と伝えることも仕事のうち。リスクと代替案を丁寧に説明し、患者さんが納得した上で選択できる場を作ります。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8000" y="4068000"/>
            <a:ext cx="55800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8000" y="4068000"/>
            <a:ext cx="125999" cy="237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9999" y="4176000"/>
            <a:ext cx="10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E8D0A0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9999" y="4788000"/>
            <a:ext cx="51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060"/>
                </a:solidFill>
              </a:rPr>
              <a:t>他院修正・拘縮鼻対応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9999" y="5184000"/>
            <a:ext cx="514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他院での施術後の修正に積極的に対応します。状態を正確に診断し、「何ができるか・できないか」を正直にお伝えした上でプランを提案します。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468000"/>
            <a:ext cx="11113200" cy="1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8A060"/>
                </a:solidFill>
              </a:rPr>
              <a:t>CLOSED RHINOPLASTY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3200" y="180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48000"/>
            <a:ext cx="79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2A2220"/>
                </a:solidFill>
              </a:rPr>
              <a:t>クローズド法とは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440000"/>
            <a:ext cx="5220000" cy="4752000"/>
          </a:xfrm>
          <a:prstGeom prst="rect">
            <a:avLst/>
          </a:prstGeom>
          <a:solidFill>
            <a:srgbClr val="2A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584000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A060"/>
                </a:solidFill>
              </a:rPr>
              <a:t>CLOSED APPROACH RHINOPLASTY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944000"/>
            <a:ext cx="48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1">
                <a:solidFill>
                  <a:srgbClr val="FFFFFF"/>
                </a:solidFill>
              </a:rPr>
              <a:t>傷が残らない。
バレない。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168000"/>
            <a:ext cx="475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すべての切開を鼻の内側だけで行う術式。
外側に一切傷が残らず「整形した」とわからない仕上がりになります。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4176000"/>
            <a:ext cx="3240000" cy="360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419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★ 現在最もトレンドの術式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4680000"/>
            <a:ext cx="1980000" cy="288000"/>
          </a:xfrm>
          <a:prstGeom prst="rect">
            <a:avLst/>
          </a:prstGeom>
          <a:solidFill>
            <a:srgbClr val="3A3230"/>
          </a:solidFill>
          <a:ln w="6350">
            <a:solidFill>
              <a:srgbClr val="4A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000" y="4680000"/>
            <a:ext cx="1980000" cy="288000"/>
          </a:xfrm>
          <a:prstGeom prst="rect">
            <a:avLst/>
          </a:prstGeom>
          <a:solidFill>
            <a:srgbClr val="3A3230"/>
          </a:solidFill>
          <a:ln w="6350">
            <a:solidFill>
              <a:srgbClr val="4A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" y="5112000"/>
            <a:ext cx="1980000" cy="288000"/>
          </a:xfrm>
          <a:prstGeom prst="rect">
            <a:avLst/>
          </a:prstGeom>
          <a:solidFill>
            <a:srgbClr val="3A3230"/>
          </a:solidFill>
          <a:ln w="6350">
            <a:solidFill>
              <a:srgbClr val="4A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46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060"/>
                </a:solidFill>
              </a:rPr>
              <a:t>外側に傷なし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46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060"/>
                </a:solidFill>
              </a:rPr>
              <a:t>ダウンタイム短め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5112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060"/>
                </a:solidFill>
              </a:rPr>
              <a:t>腫れが少ない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2000" y="1440000"/>
            <a:ext cx="1368000" cy="396000"/>
          </a:xfrm>
          <a:prstGeom prst="rect">
            <a:avLst/>
          </a:prstGeom>
          <a:solidFill>
            <a:srgbClr val="2A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4000" y="1458000"/>
            <a:ext cx="12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7560000" y="1440000"/>
            <a:ext cx="2232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2000" y="1458000"/>
            <a:ext cx="20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クローズド法 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92000" y="1440000"/>
            <a:ext cx="2232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64000" y="1458000"/>
            <a:ext cx="20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オープン法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2000" y="1835999"/>
            <a:ext cx="1368000" cy="864000"/>
          </a:xfrm>
          <a:prstGeom prst="rect">
            <a:avLst/>
          </a:prstGeom>
          <a:solidFill>
            <a:srgbClr val="FDF9F3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4000" y="1943999"/>
            <a:ext cx="12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060"/>
                </a:solidFill>
              </a:rPr>
              <a:t>外側の傷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60000" y="1835999"/>
            <a:ext cx="223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2000" y="19439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2220"/>
                </a:solidFill>
              </a:rPr>
              <a:t>なし（完全に内側のみ）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92000" y="1835999"/>
            <a:ext cx="223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64000" y="19439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鼻柱に小さな傷が残る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2000" y="2707199"/>
            <a:ext cx="1368000" cy="864000"/>
          </a:xfrm>
          <a:prstGeom prst="rect">
            <a:avLst/>
          </a:prstGeom>
          <a:solidFill>
            <a:srgbClr val="FDF9F3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4000" y="2815199"/>
            <a:ext cx="12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060"/>
                </a:solidFill>
              </a:rPr>
              <a:t>ダウンタイム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60000" y="2707199"/>
            <a:ext cx="223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2000" y="28151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2220"/>
                </a:solidFill>
              </a:rPr>
              <a:t>短め（5〜7日）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92000" y="2707199"/>
            <a:ext cx="223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64000" y="28151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やや長め（7〜10日）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2000" y="3578399"/>
            <a:ext cx="1368000" cy="864000"/>
          </a:xfrm>
          <a:prstGeom prst="rect">
            <a:avLst/>
          </a:prstGeom>
          <a:solidFill>
            <a:srgbClr val="FDF9F3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4000" y="3686399"/>
            <a:ext cx="12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060"/>
                </a:solidFill>
              </a:rPr>
              <a:t>腫れの程度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60000" y="3578399"/>
            <a:ext cx="223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2000" y="36863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2220"/>
                </a:solidFill>
              </a:rPr>
              <a:t>比較的少ない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92000" y="3578399"/>
            <a:ext cx="223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64000" y="36863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やや多い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2000" y="4449599"/>
            <a:ext cx="1368000" cy="864000"/>
          </a:xfrm>
          <a:prstGeom prst="rect">
            <a:avLst/>
          </a:prstGeom>
          <a:solidFill>
            <a:srgbClr val="FDF9F3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4000" y="4557599"/>
            <a:ext cx="12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060"/>
                </a:solidFill>
              </a:rPr>
              <a:t>術者への要求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60000" y="4449599"/>
            <a:ext cx="223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2000" y="45575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2220"/>
                </a:solidFill>
              </a:rPr>
              <a:t>高い技術力が必要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92000" y="4449599"/>
            <a:ext cx="223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64000" y="45575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視野が広く操作しやすい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2000" y="5320799"/>
            <a:ext cx="1368000" cy="864000"/>
          </a:xfrm>
          <a:prstGeom prst="rect">
            <a:avLst/>
          </a:prstGeom>
          <a:solidFill>
            <a:srgbClr val="FDF9F3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4000" y="5428799"/>
            <a:ext cx="12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060"/>
                </a:solidFill>
              </a:rPr>
              <a:t>適応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60000" y="5320799"/>
            <a:ext cx="223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32000" y="54287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A2220"/>
                </a:solidFill>
              </a:rPr>
              <a:t>多くの鼻整形に対応可能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92000" y="5320799"/>
            <a:ext cx="223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64000" y="54287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複雑な修正に強い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468000"/>
            <a:ext cx="11113200" cy="1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8A060"/>
                </a:solidFill>
              </a:rPr>
              <a:t>NOSE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3200" y="180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4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2A2220"/>
                </a:solidFill>
              </a:rPr>
              <a:t>鼻の解剖図 — 各部位と施術の関係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162000" cy="162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1548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220"/>
                </a:solidFill>
              </a:rPr>
              <a:t>鼻根（びこん）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999" y="1872000"/>
            <a:ext cx="41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眉間〜鼻の始まり。眼鏡が乗る部分。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2124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▸ プロテーゼで高さを出す起点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466000"/>
            <a:ext cx="162000" cy="162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999" y="2394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220"/>
                </a:solidFill>
              </a:rPr>
              <a:t>鼻背（鼻筋）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2718000"/>
            <a:ext cx="41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鼻の高さの稜線。正面から見た「鼻筋」。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2970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▸ プロテーゼの主な作用部位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312000"/>
            <a:ext cx="162000" cy="162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999" y="3240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220"/>
                </a:solidFill>
              </a:rPr>
              <a:t>鼻先（鼻尖）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999" y="3564000"/>
            <a:ext cx="41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最も前に突出した点。デザインの核心。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999" y="3816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▸ ストラット・軟骨形成で整える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4158000"/>
            <a:ext cx="162000" cy="162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999" y="4086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220"/>
                </a:solidFill>
              </a:rPr>
              <a:t>鼻柱（コルメラ）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999" y="4410000"/>
            <a:ext cx="41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両鼻孔の間の柱。ACR比率の要素。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999" y="4662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▸ 鼻中隔延長・ACR改善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5004000"/>
            <a:ext cx="162000" cy="162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999" y="4932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220"/>
                </a:solidFill>
              </a:rPr>
              <a:t>小鼻（鼻翼）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" y="5256000"/>
            <a:ext cx="41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鼻の両サイドの膨らみ。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" y="5508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▸ 小鼻縮小・鼻孔縁挙上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5850000"/>
            <a:ext cx="162000" cy="162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999" y="5778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220"/>
                </a:solidFill>
              </a:rPr>
              <a:t>鼻唇角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999" y="6102000"/>
            <a:ext cx="41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鼻柱と上唇のなす角度。デザインの数値。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99" y="6354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▸ アップ(110°)/ストレート(90°)/ラウンド(100°)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88000" y="1440000"/>
            <a:ext cx="5940000" cy="2700000"/>
          </a:xfrm>
          <a:prstGeom prst="rect">
            <a:avLst/>
          </a:prstGeom>
          <a:solidFill>
            <a:srgbClr val="2A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8000" y="1548000"/>
            <a:ext cx="56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060"/>
                </a:solidFill>
              </a:rPr>
              <a:t>鼻唇角（びしんかく） — デザインを決める数値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68000" y="1908000"/>
            <a:ext cx="568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鼻柱（コルメラ）と上唇のなす角度のことで、
この数値がデザインの「方向感」を決定します。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68000" y="2700000"/>
            <a:ext cx="1007999" cy="360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68000" y="2700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90〜95°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8000" y="2700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ストレート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0000" y="2700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忘れ鼻・整形感ゼロ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68000" y="3132000"/>
            <a:ext cx="1007999" cy="360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68000" y="3132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100〜105°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8000" y="3132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ラウンド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0000" y="3132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自然な美しさ・大人美人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68000" y="3564000"/>
            <a:ext cx="1007999" cy="360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68000" y="3564000"/>
            <a:ext cx="100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105〜115°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8000" y="3564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アップノーズ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0000" y="3564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あざと可愛い・中顔面短縮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88000" y="4320000"/>
            <a:ext cx="5940000" cy="19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68000" y="4392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A060"/>
                </a:solidFill>
              </a:rPr>
              <a:t>施術と部位の関係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68000" y="4716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A2220"/>
                </a:solidFill>
              </a:rPr>
              <a:t>● プロテーゼ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0000" y="4716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→ 鼻根〜鼻背を高くする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68000" y="50112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A2220"/>
                </a:solidFill>
              </a:rPr>
              <a:t>● 鼻尖縮小・ストラット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0000" y="50112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→ 鼻先の形・向きを整える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68000" y="53064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A2220"/>
                </a:solidFill>
              </a:rPr>
              <a:t>● 小鼻縮小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0000" y="53064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→ 小鼻の幅・広がりを改善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68000" y="56016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A2220"/>
                </a:solidFill>
              </a:rPr>
              <a:t>● 鼻中隔延長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0000" y="56016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→ 鼻先を下・前方向へ延長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68000" y="58968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A2220"/>
                </a:solidFill>
              </a:rPr>
              <a:t>● 肋軟骨移植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40000" y="58968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→ 大量軟骨が必要な大変化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468000"/>
            <a:ext cx="11113200" cy="1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8A060"/>
                </a:solidFill>
              </a:rPr>
              <a:t>NOSE TIP DESIGN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3200" y="180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48000"/>
            <a:ext cx="79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2A2220"/>
                </a:solidFill>
              </a:rPr>
              <a:t>鼻先のデザイン比較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440000"/>
            <a:ext cx="3780000" cy="1007999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512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Up Nose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835999"/>
            <a:ext cx="34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アップノーズ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448000"/>
            <a:ext cx="3780000" cy="43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455200"/>
            <a:ext cx="3780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060"/>
                </a:solidFill>
              </a:rPr>
              <a:t>鼻唇角  105〜115°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880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2887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Baby &amp; Cute 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3186000"/>
            <a:ext cx="3780000" cy="252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000" y="3276000"/>
            <a:ext cx="349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鼻先が上を向いた、可愛らしいデザイン。
中顔面が短縮して見え、あざと可愛い印象になります。
やりすぎると「豚鼻」になるリスクがあるため、
角度のすり合わせが重要です。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4000" y="4752000"/>
            <a:ext cx="3492000" cy="14400"/>
          </a:xfrm>
          <a:prstGeom prst="rect">
            <a:avLst/>
          </a:prstGeom>
          <a:solidFill>
            <a:srgbClr val="E8D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000" y="482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060"/>
                </a:solidFill>
              </a:rPr>
              <a:t>クローズド法対応 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440000"/>
            <a:ext cx="3780000" cy="1007999"/>
          </a:xfrm>
          <a:prstGeom prst="rect">
            <a:avLst/>
          </a:prstGeom>
          <a:solidFill>
            <a:srgbClr val="6A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2000" y="1512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Straight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2000" y="1835999"/>
            <a:ext cx="34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ストレート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448000"/>
            <a:ext cx="3780000" cy="43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A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455200"/>
            <a:ext cx="3780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A7060"/>
                </a:solidFill>
              </a:rPr>
              <a:t>鼻唇角  90〜95°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880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887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Elegant 系 / 忘れ鼻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186000"/>
            <a:ext cx="3780000" cy="252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6000" y="3276000"/>
            <a:ext cx="349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鼻筋から鼻先まで一直線の、忘れ鼻デザイン。
最も「整形した感」が出にくく、横顔の品格が増します。
「バレたくない」「自然に綺麗になりたい」方に
圧倒的に人気のデザインです。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16000" y="4752000"/>
            <a:ext cx="3492000" cy="14400"/>
          </a:xfrm>
          <a:prstGeom prst="rect">
            <a:avLst/>
          </a:prstGeom>
          <a:solidFill>
            <a:srgbClr val="E8D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6000" y="482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060"/>
                </a:solidFill>
              </a:rPr>
              <a:t>クローズド法対応 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04000" y="1440000"/>
            <a:ext cx="3780000" cy="1007999"/>
          </a:xfrm>
          <a:prstGeom prst="rect">
            <a:avLst/>
          </a:prstGeom>
          <a:solidFill>
            <a:srgbClr val="8A6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84000" y="1512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Round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4000" y="1835999"/>
            <a:ext cx="34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ラウンド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04000" y="2448000"/>
            <a:ext cx="3780000" cy="43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A6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4000" y="2455200"/>
            <a:ext cx="3780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A6A50"/>
                </a:solidFill>
              </a:rPr>
              <a:t>鼻唇角  95〜105°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04000" y="2880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04000" y="2887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自然 / 大人美人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000" y="3186000"/>
            <a:ext cx="3780000" cy="252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8000" y="3276000"/>
            <a:ext cx="349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鼻先に自然な丸みを持たせたデザイン。
半ラウンドは大人の色気、フルラウンドは柔らかさを演出。
シャープにしすぎると不自然に見える方や、
柔らかい印象を保ちたい方に向いています。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48000" y="4752000"/>
            <a:ext cx="3492000" cy="14400"/>
          </a:xfrm>
          <a:prstGeom prst="rect">
            <a:avLst/>
          </a:prstGeom>
          <a:solidFill>
            <a:srgbClr val="E8D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48000" y="4824000"/>
            <a:ext cx="34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6A50"/>
                </a:solidFill>
              </a:rPr>
              <a:t>クローズド法対応 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5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75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1">
                <a:solidFill>
                  <a:srgbClr val="2A2220"/>
                </a:solidFill>
              </a:rPr>
              <a:t>Baby &amp; 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7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- "中顔面短縮"と"あざと可愛さ"を重視したデザイン -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954000"/>
            <a:ext cx="10033200" cy="216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1296000"/>
            <a:ext cx="10033200" cy="216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3780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627199"/>
            <a:ext cx="3780000" cy="3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アップノーズ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052000"/>
            <a:ext cx="35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88"/>
                </a:solidFill>
              </a:rPr>
              <a:t>鼻先を斜め上方向へ。
あざと可愛い印象に。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628000"/>
            <a:ext cx="1800000" cy="1980000"/>
          </a:xfrm>
          <a:prstGeom prst="rect">
            <a:avLst/>
          </a:prstGeom>
          <a:solidFill>
            <a:srgbClr val="E0DBD0"/>
          </a:solidFill>
          <a:ln w="1524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2628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2000" y="2628000"/>
            <a:ext cx="1908000" cy="198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2000" y="2628000"/>
            <a:ext cx="1908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After
写真挿入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644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4651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#あざと可愛い  #中顔面短縮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620000"/>
            <a:ext cx="3780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199"/>
            <a:ext cx="3780000" cy="3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中顔面短縮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2052000"/>
            <a:ext cx="35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88"/>
                </a:solidFill>
              </a:rPr>
              <a:t>鼻先の向きと高さで
顔の縦幅を短く見せる。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628000"/>
            <a:ext cx="1800000" cy="1980000"/>
          </a:xfrm>
          <a:prstGeom prst="rect">
            <a:avLst/>
          </a:prstGeom>
          <a:solidFill>
            <a:srgbClr val="E0DBD0"/>
          </a:solidFill>
          <a:ln w="1524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628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4000" y="2628000"/>
            <a:ext cx="1908000" cy="198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4000" y="2628000"/>
            <a:ext cx="1908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After
写真挿入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644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651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#小顔効果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04000" y="1620000"/>
            <a:ext cx="3780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04000" y="1627199"/>
            <a:ext cx="3780000" cy="3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ACR改善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2000" y="2052000"/>
            <a:ext cx="35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88"/>
                </a:solidFill>
              </a:rPr>
              <a:t>鼻柱を下ろしながら小鼻は上げる。
正面の印象を整える。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04000" y="2628000"/>
            <a:ext cx="1800000" cy="1980000"/>
          </a:xfrm>
          <a:prstGeom prst="rect">
            <a:avLst/>
          </a:prstGeom>
          <a:solidFill>
            <a:srgbClr val="E0DBD0"/>
          </a:solidFill>
          <a:ln w="1524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4000" y="2628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76000" y="2628000"/>
            <a:ext cx="1908000" cy="198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76000" y="2628000"/>
            <a:ext cx="1908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After
写真挿入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04000" y="4644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4000" y="4651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#バランス改善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040000"/>
            <a:ext cx="111132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0000" y="5040000"/>
            <a:ext cx="144000" cy="1440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99" y="511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このカテゴリについて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999" y="5436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クローズド法で対応可能なケースが多く、ダウンタイムを短くしながら可愛らしい印象を作れます。鼻先の向きは数ミリの差で印象が大きく変わるため、カウンセリングでのすり合わせが重要です。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5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75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1">
                <a:solidFill>
                  <a:srgbClr val="2A2220"/>
                </a:solidFill>
              </a:rPr>
              <a:t>Elegant &amp; Straight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7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- "忘れ鼻"と"横顔の品格"を追求したナチュラル美デザイン -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954000"/>
            <a:ext cx="10033200" cy="216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1296000"/>
            <a:ext cx="10033200" cy="216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3780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627199"/>
            <a:ext cx="3780000" cy="3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ストレート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052000"/>
            <a:ext cx="35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88"/>
                </a:solidFill>
              </a:rPr>
              <a:t>鼻筋から鼻先まで一直線のライン。
最も整形感が出にくい。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628000"/>
            <a:ext cx="1800000" cy="1980000"/>
          </a:xfrm>
          <a:prstGeom prst="rect">
            <a:avLst/>
          </a:prstGeom>
          <a:solidFill>
            <a:srgbClr val="E0DBD0"/>
          </a:solidFill>
          <a:ln w="1524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2628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2000" y="2628000"/>
            <a:ext cx="1908000" cy="198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2000" y="2628000"/>
            <a:ext cx="1908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After
写真挿入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644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4651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#忘れ鼻  #整形感ゼロ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620000"/>
            <a:ext cx="3780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199"/>
            <a:ext cx="3780000" cy="3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半ラウンド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2052000"/>
            <a:ext cx="35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88"/>
                </a:solidFill>
              </a:rPr>
              <a:t>自然な丸みを残しながら
品のある印象に。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628000"/>
            <a:ext cx="1800000" cy="1980000"/>
          </a:xfrm>
          <a:prstGeom prst="rect">
            <a:avLst/>
          </a:prstGeom>
          <a:solidFill>
            <a:srgbClr val="E0DBD0"/>
          </a:solidFill>
          <a:ln w="1524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628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4000" y="2628000"/>
            <a:ext cx="1908000" cy="198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4000" y="2628000"/>
            <a:ext cx="1908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After
写真挿入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644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651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#大人美人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04000" y="1620000"/>
            <a:ext cx="3780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04000" y="1627199"/>
            <a:ext cx="3780000" cy="3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短鼻解消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2000" y="2052000"/>
            <a:ext cx="35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88"/>
                </a:solidFill>
              </a:rPr>
              <a:t>鼻が上を向いた状態を改善。
自然な向きと高さを実現。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04000" y="2628000"/>
            <a:ext cx="1800000" cy="1980000"/>
          </a:xfrm>
          <a:prstGeom prst="rect">
            <a:avLst/>
          </a:prstGeom>
          <a:solidFill>
            <a:srgbClr val="E0DBD0"/>
          </a:solidFill>
          <a:ln w="1524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4000" y="2628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76000" y="2628000"/>
            <a:ext cx="1908000" cy="198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76000" y="2628000"/>
            <a:ext cx="1908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After
写真挿入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04000" y="4644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4000" y="4651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#立体感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040000"/>
            <a:ext cx="111132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0000" y="5040000"/>
            <a:ext cx="144000" cy="1440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99" y="511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このカテゴリについて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999" y="5436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「整形したことを気づかれたくない」「自然に綺麗になりたい」方に最も選ばれるカテゴリです。クローズド法との相性が非常に良く、忘れ鼻（自然すぎて気づかれない鼻）は羽根先生が特に得意とするデザイン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5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75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1">
                <a:solidFill>
                  <a:srgbClr val="2A2220"/>
                </a:solidFill>
              </a:rPr>
              <a:t>Dramatic &amp; Glamorous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7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- "圧倒的な高さ"と"Eライン"を完成させるフルオーダーデザイン -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954000"/>
            <a:ext cx="10033200" cy="216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1296000"/>
            <a:ext cx="10033200" cy="216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3780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627199"/>
            <a:ext cx="3780000" cy="3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シャープ鼻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052000"/>
            <a:ext cx="35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88"/>
                </a:solidFill>
              </a:rPr>
              <a:t>鼻筋から鼻先までシャープな印象に。
団子鼻を解消。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628000"/>
            <a:ext cx="1800000" cy="1980000"/>
          </a:xfrm>
          <a:prstGeom prst="rect">
            <a:avLst/>
          </a:prstGeom>
          <a:solidFill>
            <a:srgbClr val="E0DBD0"/>
          </a:solidFill>
          <a:ln w="1524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2628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2000" y="2628000"/>
            <a:ext cx="1908000" cy="198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2000" y="2628000"/>
            <a:ext cx="1908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After
写真挿入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644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4651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#ハーフ顔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620000"/>
            <a:ext cx="3780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199"/>
            <a:ext cx="3780000" cy="3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Eライン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2052000"/>
            <a:ext cx="35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88"/>
                </a:solidFill>
              </a:rPr>
              <a:t>横顔の美しさを完成させる設計。
口元の突出感も軽減。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628000"/>
            <a:ext cx="1800000" cy="1980000"/>
          </a:xfrm>
          <a:prstGeom prst="rect">
            <a:avLst/>
          </a:prstGeom>
          <a:solidFill>
            <a:srgbClr val="E0DBD0"/>
          </a:solidFill>
          <a:ln w="1524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628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4000" y="2628000"/>
            <a:ext cx="1908000" cy="198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4000" y="2628000"/>
            <a:ext cx="1908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After
写真挿入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644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651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#Eライン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04000" y="1620000"/>
            <a:ext cx="3780000" cy="396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04000" y="1627199"/>
            <a:ext cx="3780000" cy="3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貴族手術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2000" y="2052000"/>
            <a:ext cx="356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88"/>
                </a:solidFill>
              </a:rPr>
              <a:t>鼻翼基部を持ち上げ
横顔に奥行きを演出。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04000" y="2628000"/>
            <a:ext cx="1800000" cy="1980000"/>
          </a:xfrm>
          <a:prstGeom prst="rect">
            <a:avLst/>
          </a:prstGeom>
          <a:solidFill>
            <a:srgbClr val="E0DBD0"/>
          </a:solidFill>
          <a:ln w="1524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4000" y="2628000"/>
            <a:ext cx="1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76000" y="2628000"/>
            <a:ext cx="1908000" cy="198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76000" y="2628000"/>
            <a:ext cx="1908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After
写真挿入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04000" y="4644000"/>
            <a:ext cx="3780000" cy="306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4000" y="4651200"/>
            <a:ext cx="37800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5840"/>
                </a:solidFill>
              </a:rPr>
              <a:t>#存在感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040000"/>
            <a:ext cx="111132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0000" y="5040000"/>
            <a:ext cx="144000" cy="1440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99" y="511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このカテゴリについて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999" y="5436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大きな変化を望む方向けのカテゴリです。プロテーゼ・軟骨移植・鼻中隔延長など複合施術が多く、場合によってはオープン法や肋軟骨移植が必要になります。ダウンタイムは長めですが、完成時の変化も最も大きいカテゴリ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2A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080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ZETITH BEAUTY CLINIC FUKUOKA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620000"/>
            <a:ext cx="103932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1">
                <a:solidFill>
                  <a:srgbClr val="FFFFFF"/>
                </a:solidFill>
              </a:rPr>
              <a:t>今日、どんな鼻に
なりたいですか？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3780000"/>
            <a:ext cx="1800000" cy="216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4068000"/>
            <a:ext cx="1039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デザインのイメージが固まっていなくても大丈夫です。
「なんとなくこんな印象になりたい」から一緒に考えます。
決めなければいけない場ではありません。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0" y="5472000"/>
            <a:ext cx="4320000" cy="216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5580000"/>
            <a:ext cx="103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Instagram   @zetith_hane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6048000"/>
            <a:ext cx="103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Zetith Beauty Clinic 福岡院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